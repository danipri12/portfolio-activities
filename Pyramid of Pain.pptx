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Yes, over 50 vendors have identified it as malicious because the file hash is a piece of malware. This malware has frequently been used by a threat actor named BlackTech.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Command and control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capture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 requests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org.misecure.com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207.148.109.242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287d612e29b71c90aa54947313810a25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