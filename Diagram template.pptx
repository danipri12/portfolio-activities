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  <p:embeddedFont>
      <p:font typeface="Google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ogleSans-regular.fntdata"/><Relationship Id="rId10" Type="http://schemas.openxmlformats.org/officeDocument/2006/relationships/font" Target="fonts/Roboto-boldItalic.fntdata"/><Relationship Id="rId13" Type="http://schemas.openxmlformats.org/officeDocument/2006/relationships/font" Target="fonts/GoogleSans-italic.fntdata"/><Relationship Id="rId12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italic.fntdata"/><Relationship Id="rId14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cap="flat" cmpd="sng" w="28575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816" y="70594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cap="flat" cmpd="sng" w="28575">
              <a:solidFill>
                <a:srgbClr val="A1C3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0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b="1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b="1" sz="17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50" y="1366575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3" y="1149752"/>
            <a:ext cx="2777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on the Graphical User Interface (GUI)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many system resources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940200" y="1836375"/>
            <a:ext cx="10701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are packet sniffers (network protocol analyzers)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Are open-source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Allow filtering for protocols and ports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998288" y="1149752"/>
            <a:ext cx="27777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on the Command Line Interface (CLI)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less system resources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